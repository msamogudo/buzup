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5.pn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6.pn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7.png"/>
  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8.png"/>
  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9.png"/>
  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0.png"/>
  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1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0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-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usUp">
  <a:themeElements>
    <a:clrScheme name="BusUp">
      <a:dk1>
        <a:srgbClr val="051528"/>
      </a:dk1>
      <a:lt1>
        <a:srgbClr val="FFFFFF"/>
      </a:lt1>
      <a:dk2>
        <a:srgbClr val="0D3B66"/>
      </a:dk2>
      <a:lt2>
        <a:srgbClr val="F6F9FD"/>
      </a:lt2>
      <a:accent1>
        <a:srgbClr val="2D8CF0"/>
      </a:accent1>
      <a:accent2>
        <a:srgbClr val="7EC8FF"/>
      </a:accent2>
      <a:accent3>
        <a:srgbClr val="0D3B66"/>
      </a:accent3>
      <a:accent4>
        <a:srgbClr val="AFC3D8"/>
      </a:accent4>
      <a:accent5>
        <a:srgbClr val="132B45"/>
      </a:accent5>
      <a:accent6>
        <a:srgbClr val="FFFFFF"/>
      </a:accent6>
      <a:hlink>
        <a:srgbClr val="2D8CF0"/>
      </a:hlink>
      <a:folHlink>
        <a:srgbClr val="0D3B66"/>
      </a:folHlink>
    </a:clrScheme>
    <a:fontScheme name="BusUp">
      <a:majorFont>
        <a:latin typeface="Aptos Display"/>
      </a:majorFont>
      <a:minorFont>
        <a:latin typeface="Aptos"/>
      </a:minorFont>
    </a:fontScheme>
    <a:fmtScheme name="BusUp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BusUp Marketing Deck Generator</Application>
  <PresentationFormat>Wide</PresentationFormat>
  <Slides>11</Slides>
  <Company>UpDigital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BusUp Apresentacao Premium</dc:title>
  <dc:creator>UpDigital</dc:creator>
  <cp:lastModifiedBy>UpDigital</cp:lastModifiedBy>
  <dcterms:created xsi:type="dcterms:W3CDTF">2026-07-17T11:13:24+00:00</dcterms:created>
  <dcterms:modified xsi:type="dcterms:W3CDTF">2026-07-17T11:13:24+00:00</dcterms:modified>
</cp:coreProperties>
</file>